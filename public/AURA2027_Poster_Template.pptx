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212" autoAdjust="0"/>
    <p:restoredTop sz="94660"/>
  </p:normalViewPr>
  <p:slideViewPr>
    <p:cSldViewPr snapToGrid="0">
      <p:cViewPr>
        <p:scale>
          <a:sx n="20" d="100"/>
          <a:sy n="20" d="100"/>
        </p:scale>
        <p:origin x="1060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8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3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5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0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9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5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0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7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4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5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5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C2996-BFB9-4693-9CB5-9DAF4981F3E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8F16A-9AB8-4CE7-956C-0D9A2A223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7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130628"/>
            <a:ext cx="30276800" cy="42799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txBody>
          <a:bodyPr/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HeaderBar"/>
          <p:cNvSpPr/>
          <p:nvPr/>
        </p:nvSpPr>
        <p:spPr>
          <a:xfrm>
            <a:off x="3641101" y="130628"/>
            <a:ext cx="23083190" cy="2955124"/>
          </a:xfrm>
          <a:prstGeom prst="roundRect">
            <a:avLst/>
          </a:prstGeom>
          <a:solidFill>
            <a:srgbClr val="3D0A14"/>
          </a:solidFill>
          <a:ln>
            <a:noFill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ConfName"/>
          <p:cNvSpPr txBox="1"/>
          <p:nvPr/>
        </p:nvSpPr>
        <p:spPr>
          <a:xfrm>
            <a:off x="4336298" y="277714"/>
            <a:ext cx="21647902" cy="114477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International Conference on AI for Utilities, Renewables &amp; Automation (AURA 2027)</a:t>
            </a:r>
          </a:p>
        </p:txBody>
      </p:sp>
      <p:sp>
        <p:nvSpPr>
          <p:cNvPr id="5" name="Dates"/>
          <p:cNvSpPr txBox="1"/>
          <p:nvPr/>
        </p:nvSpPr>
        <p:spPr>
          <a:xfrm>
            <a:off x="11968710" y="1334812"/>
            <a:ext cx="6350000" cy="635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E8D5B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29–30 July 2027</a:t>
            </a:r>
          </a:p>
        </p:txBody>
      </p:sp>
      <p:sp>
        <p:nvSpPr>
          <p:cNvPr id="6" name="Organizer"/>
          <p:cNvSpPr txBox="1"/>
          <p:nvPr/>
        </p:nvSpPr>
        <p:spPr>
          <a:xfrm>
            <a:off x="5823084" y="2132511"/>
            <a:ext cx="18674330" cy="681655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sz="3200" dirty="0">
                <a:solidFill>
                  <a:srgbClr val="E8D5B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Organized by: Department of Electrical Engineering, Faculty of Technology, University of Delhi</a:t>
            </a:r>
          </a:p>
        </p:txBody>
      </p:sp>
      <p:sp>
        <p:nvSpPr>
          <p:cNvPr id="10" name="AuthorLogoText"/>
          <p:cNvSpPr txBox="1"/>
          <p:nvPr/>
        </p:nvSpPr>
        <p:spPr>
          <a:xfrm>
            <a:off x="27007287" y="823812"/>
            <a:ext cx="2761513" cy="1778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Author Institute</a:t>
            </a:r>
          </a:p>
          <a:p>
            <a:pPr algn="ctr"/>
            <a:r>
              <a:rPr lang="en-US" sz="22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 University</a:t>
            </a:r>
          </a:p>
          <a:p>
            <a:pPr algn="ctr"/>
            <a:r>
              <a:rPr lang="en-US" sz="22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Logo</a:t>
            </a:r>
          </a:p>
        </p:txBody>
      </p:sp>
      <p:sp>
        <p:nvSpPr>
          <p:cNvPr id="11" name="PaperTitle"/>
          <p:cNvSpPr txBox="1"/>
          <p:nvPr/>
        </p:nvSpPr>
        <p:spPr>
          <a:xfrm>
            <a:off x="635000" y="3065217"/>
            <a:ext cx="29006800" cy="1778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7200" b="1" dirty="0">
                <a:solidFill>
                  <a:srgbClr val="3D0A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[Your Research Paper Title Goes Here]</a:t>
            </a:r>
          </a:p>
        </p:txBody>
      </p:sp>
      <p:sp>
        <p:nvSpPr>
          <p:cNvPr id="12" name="Authors"/>
          <p:cNvSpPr txBox="1"/>
          <p:nvPr/>
        </p:nvSpPr>
        <p:spPr>
          <a:xfrm>
            <a:off x="635000" y="4821362"/>
            <a:ext cx="29006800" cy="762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ctr"/>
            <a:r>
              <a:rPr lang="en-US" sz="3200" dirty="0">
                <a:solidFill>
                  <a:srgbClr val="6B2D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[Author Names]  •  [Author Institute / University]</a:t>
            </a:r>
          </a:p>
        </p:txBody>
      </p:sp>
      <p:sp>
        <p:nvSpPr>
          <p:cNvPr id="13" name="Col1"/>
          <p:cNvSpPr/>
          <p:nvPr/>
        </p:nvSpPr>
        <p:spPr>
          <a:xfrm>
            <a:off x="508000" y="5887486"/>
            <a:ext cx="9525000" cy="35184316"/>
          </a:xfrm>
          <a:prstGeom prst="roundRect">
            <a:avLst>
              <a:gd name="adj" fmla="val 6439"/>
            </a:avLst>
          </a:prstGeom>
          <a:solidFill>
            <a:srgbClr val="F0EBE3"/>
          </a:solidFill>
          <a:ln>
            <a:noFill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AbsTitle"/>
          <p:cNvSpPr txBox="1"/>
          <p:nvPr/>
        </p:nvSpPr>
        <p:spPr>
          <a:xfrm>
            <a:off x="762000" y="6097532"/>
            <a:ext cx="9017000" cy="635000"/>
          </a:xfrm>
          <a:prstGeom prst="rect">
            <a:avLst/>
          </a:prstGeom>
        </p:spPr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lang="en-US" sz="4000" b="1" dirty="0">
                <a:solidFill>
                  <a:srgbClr val="8B1E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15" name="AbsBody"/>
          <p:cNvSpPr txBox="1"/>
          <p:nvPr/>
        </p:nvSpPr>
        <p:spPr>
          <a:xfrm>
            <a:off x="762000" y="6859532"/>
            <a:ext cx="9017000" cy="4826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600" dirty="0">
                <a:solidFill>
                  <a:srgbClr val="3D0A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 abstract text here. Summarize the research objective, methods, key findings, and conclusions in 150-250 words.]</a:t>
            </a:r>
          </a:p>
        </p:txBody>
      </p:sp>
      <p:sp>
        <p:nvSpPr>
          <p:cNvPr id="16" name="IntroTitle"/>
          <p:cNvSpPr txBox="1"/>
          <p:nvPr/>
        </p:nvSpPr>
        <p:spPr>
          <a:xfrm>
            <a:off x="762000" y="11812532"/>
            <a:ext cx="9017000" cy="635000"/>
          </a:xfrm>
          <a:prstGeom prst="rect">
            <a:avLst/>
          </a:prstGeom>
        </p:spPr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lang="en-US" sz="4000" b="1" dirty="0">
                <a:solidFill>
                  <a:srgbClr val="8B1E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7" name="IntroBody"/>
          <p:cNvSpPr txBox="1"/>
          <p:nvPr/>
        </p:nvSpPr>
        <p:spPr>
          <a:xfrm>
            <a:off x="762000" y="12574532"/>
            <a:ext cx="9017000" cy="6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600" dirty="0">
                <a:solidFill>
                  <a:srgbClr val="3D0A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[Provide background, problem statement, objectives, and literature context.]</a:t>
            </a:r>
          </a:p>
        </p:txBody>
      </p:sp>
      <p:sp>
        <p:nvSpPr>
          <p:cNvPr id="18" name="Col2"/>
          <p:cNvSpPr/>
          <p:nvPr/>
        </p:nvSpPr>
        <p:spPr>
          <a:xfrm>
            <a:off x="10375900" y="5887486"/>
            <a:ext cx="9525000" cy="35184316"/>
          </a:xfrm>
          <a:prstGeom prst="roundRect">
            <a:avLst>
              <a:gd name="adj" fmla="val 6663"/>
            </a:avLst>
          </a:prstGeom>
          <a:solidFill>
            <a:srgbClr val="F0EBE3"/>
          </a:solidFill>
          <a:ln>
            <a:noFill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MethTitle"/>
          <p:cNvSpPr txBox="1"/>
          <p:nvPr/>
        </p:nvSpPr>
        <p:spPr>
          <a:xfrm>
            <a:off x="10629900" y="6097532"/>
            <a:ext cx="9017000" cy="635000"/>
          </a:xfrm>
          <a:prstGeom prst="rect">
            <a:avLst/>
          </a:prstGeom>
        </p:spPr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lang="en-US" sz="4000" b="1" dirty="0">
                <a:solidFill>
                  <a:srgbClr val="8B1E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20" name="MethBody"/>
          <p:cNvSpPr txBox="1"/>
          <p:nvPr/>
        </p:nvSpPr>
        <p:spPr>
          <a:xfrm>
            <a:off x="10629900" y="6859532"/>
            <a:ext cx="9017000" cy="76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600" dirty="0">
                <a:solidFill>
                  <a:srgbClr val="3D0A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[Describe the approach, algorithms, data, experimental setup, and procedures used.]</a:t>
            </a:r>
          </a:p>
        </p:txBody>
      </p:sp>
      <p:sp>
        <p:nvSpPr>
          <p:cNvPr id="21" name="ResTitle"/>
          <p:cNvSpPr txBox="1"/>
          <p:nvPr/>
        </p:nvSpPr>
        <p:spPr>
          <a:xfrm>
            <a:off x="10629900" y="14733532"/>
            <a:ext cx="9017000" cy="635000"/>
          </a:xfrm>
          <a:prstGeom prst="rect">
            <a:avLst/>
          </a:prstGeom>
        </p:spPr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lang="en-US" sz="4000" b="1" dirty="0">
                <a:solidFill>
                  <a:srgbClr val="8B1E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Results &amp; Discussion</a:t>
            </a:r>
          </a:p>
        </p:txBody>
      </p:sp>
      <p:sp>
        <p:nvSpPr>
          <p:cNvPr id="22" name="ResBody"/>
          <p:cNvSpPr txBox="1"/>
          <p:nvPr/>
        </p:nvSpPr>
        <p:spPr>
          <a:xfrm>
            <a:off x="10629900" y="15495532"/>
            <a:ext cx="9017000" cy="76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600" dirty="0">
                <a:solidFill>
                  <a:srgbClr val="3D0A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[Present key findings, figures, tables, and interpretation. Include charts or images as needed.]</a:t>
            </a:r>
          </a:p>
        </p:txBody>
      </p:sp>
      <p:sp>
        <p:nvSpPr>
          <p:cNvPr id="23" name="Col3"/>
          <p:cNvSpPr/>
          <p:nvPr/>
        </p:nvSpPr>
        <p:spPr>
          <a:xfrm>
            <a:off x="20243800" y="5887486"/>
            <a:ext cx="9525000" cy="35184316"/>
          </a:xfrm>
          <a:prstGeom prst="roundRect">
            <a:avLst>
              <a:gd name="adj" fmla="val 6378"/>
            </a:avLst>
          </a:prstGeom>
          <a:solidFill>
            <a:srgbClr val="F0EBE3"/>
          </a:solidFill>
          <a:ln>
            <a:noFill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ConcTitle"/>
          <p:cNvSpPr txBox="1"/>
          <p:nvPr/>
        </p:nvSpPr>
        <p:spPr>
          <a:xfrm>
            <a:off x="20497800" y="6097532"/>
            <a:ext cx="9017000" cy="635000"/>
          </a:xfrm>
          <a:prstGeom prst="rect">
            <a:avLst/>
          </a:prstGeom>
        </p:spPr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lang="en-US" sz="4000" b="1" dirty="0">
                <a:solidFill>
                  <a:srgbClr val="8B1E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Conclusions</a:t>
            </a:r>
          </a:p>
        </p:txBody>
      </p:sp>
      <p:sp>
        <p:nvSpPr>
          <p:cNvPr id="25" name="ConcBody"/>
          <p:cNvSpPr txBox="1"/>
          <p:nvPr/>
        </p:nvSpPr>
        <p:spPr>
          <a:xfrm>
            <a:off x="20497800" y="6859532"/>
            <a:ext cx="9017000" cy="6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600" dirty="0">
                <a:solidFill>
                  <a:srgbClr val="3D0A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[Summarize contributions, implications, limitations, and future work.]</a:t>
            </a:r>
          </a:p>
        </p:txBody>
      </p:sp>
      <p:sp>
        <p:nvSpPr>
          <p:cNvPr id="26" name="RefTitle"/>
          <p:cNvSpPr txBox="1"/>
          <p:nvPr/>
        </p:nvSpPr>
        <p:spPr>
          <a:xfrm>
            <a:off x="20497800" y="13463532"/>
            <a:ext cx="9017000" cy="635000"/>
          </a:xfrm>
          <a:prstGeom prst="rect">
            <a:avLst/>
          </a:prstGeom>
        </p:spPr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lang="en-US" sz="4000" b="1" dirty="0">
                <a:solidFill>
                  <a:srgbClr val="8B1E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27" name="RefBody"/>
          <p:cNvSpPr txBox="1"/>
          <p:nvPr/>
        </p:nvSpPr>
        <p:spPr>
          <a:xfrm>
            <a:off x="20497800" y="14225532"/>
            <a:ext cx="9017000" cy="6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2200" dirty="0">
                <a:solidFill>
                  <a:srgbClr val="3D0A1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[List key references in appropriate citation style.]</a:t>
            </a:r>
          </a:p>
        </p:txBody>
      </p:sp>
      <p:sp>
        <p:nvSpPr>
          <p:cNvPr id="28" name="FooterBar"/>
          <p:cNvSpPr/>
          <p:nvPr/>
        </p:nvSpPr>
        <p:spPr>
          <a:xfrm>
            <a:off x="0" y="41786628"/>
            <a:ext cx="30276800" cy="1143000"/>
          </a:xfrm>
          <a:prstGeom prst="rect">
            <a:avLst/>
          </a:prstGeom>
          <a:solidFill>
            <a:srgbClr val="3D0A14"/>
          </a:solidFill>
          <a:ln>
            <a:noFill/>
          </a:ln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FooterText"/>
          <p:cNvSpPr txBox="1"/>
          <p:nvPr/>
        </p:nvSpPr>
        <p:spPr>
          <a:xfrm>
            <a:off x="635000" y="42040628"/>
            <a:ext cx="22860000" cy="635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2200" dirty="0">
                <a:solidFill>
                  <a:srgbClr val="E8D5B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Faculty of Technology, University of Delhi  •  Department of Electrical Engineering  •  AURA 2027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643043C-9D91-1268-B9D6-05A45582B7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73728" b="-77"/>
          <a:stretch>
            <a:fillRect/>
          </a:stretch>
        </p:blipFill>
        <p:spPr>
          <a:xfrm>
            <a:off x="338614" y="248906"/>
            <a:ext cx="2968292" cy="279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895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1792683240594">
  <a:themeElements>
    <a:clrScheme name="AURA2027">
      <a:dk1>
        <a:srgbClr val="3D0A14"/>
      </a:dk1>
      <a:lt1>
        <a:srgbClr val="FAF7F2"/>
      </a:lt1>
      <a:dk2>
        <a:srgbClr val="5C1220"/>
      </a:dk2>
      <a:lt2>
        <a:srgbClr val="F0EBE3"/>
      </a:lt2>
      <a:accent1>
        <a:srgbClr val="C9A227"/>
      </a:accent1>
      <a:accent2>
        <a:srgbClr val="8B1E3F"/>
      </a:accent2>
      <a:accent3>
        <a:srgbClr val="D4AF37"/>
      </a:accent3>
      <a:accent4>
        <a:srgbClr val="6B2D3C"/>
      </a:accent4>
      <a:accent5>
        <a:srgbClr val="E8D5B7"/>
      </a:accent5>
      <a:accent6>
        <a:srgbClr val="4A1520"/>
      </a:accent6>
      <a:hlink>
        <a:srgbClr val="C9A227"/>
      </a:hlink>
      <a:folHlink>
        <a:srgbClr val="8B1E3F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4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9CD7A7-1153-497E-99C9-6A9784500029}">
  <we:reference id="wa200011214" version="1.0.0.1" store="en-US" storeType="OMEX"/>
  <we:alternateReferences>
    <we:reference id="WA200011214" version="1.0.0.1" store="" storeType="OMEX"/>
  </we:alternateReferences>
  <we:properties>
    <we:property name="_flush" value="1792683252231"/>
    <we:property name="_postImportCommit" value="1792683252231"/>
    <we:property name="grokConversationBinding" value="{&quot;responseId&quot;:&quot;28ef811e-6242-46c4-8eaa-7a75fc277513&quot;,&quot;title&quot;:&quot;Create AURA 2027 Conference Poster Template&quot;,&quot;transport&quot;:&quot;gateway&quot;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170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</vt:lpstr>
      <vt:lpstr>Theme 1792683240594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Sahu</dc:creator>
  <cp:lastModifiedBy>Ajay Sahu</cp:lastModifiedBy>
  <cp:revision>5</cp:revision>
  <dcterms:created xsi:type="dcterms:W3CDTF">2026-10-22T15:15:14Z</dcterms:created>
  <dcterms:modified xsi:type="dcterms:W3CDTF">2026-10-22T16:04:56Z</dcterms:modified>
</cp:coreProperties>
</file>